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Riunione di lunedì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1: città e perché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